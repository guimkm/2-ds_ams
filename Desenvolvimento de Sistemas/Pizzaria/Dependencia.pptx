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306" r:id="rId2"/>
    <p:sldId id="307" r:id="rId3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S Gothic" panose="020B0609070205080204" pitchFamily="49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103" autoAdjust="0"/>
  </p:normalViewPr>
  <p:slideViewPr>
    <p:cSldViewPr>
      <p:cViewPr varScale="1">
        <p:scale>
          <a:sx n="83" d="100"/>
          <a:sy n="83" d="100"/>
        </p:scale>
        <p:origin x="1450" y="8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BD718DC3-94DE-3D24-D563-549FEDFDBC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ADCCDAF-44AB-46F9-4BFE-3D3D6299080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992ECB-0E42-5D93-B1C9-C2AFDFC6DDB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C8F027-8241-4B6B-BA3C-03B45F6B157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5411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B58A4EF-A33E-243E-C414-4F1D528A7F8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8F93FB-217D-44BD-89B7-1C3B856ABE5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8508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114333E-24D0-8529-7C41-AAAE80CEC1D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706E31-5A6A-452A-9FAA-D7AC8166C22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7309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7013" cy="4233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4038600" cy="4233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366DAD-67F8-8D5A-D15A-6ADB1B63E2A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022C33-AF00-45D2-B655-0CC7CE6F038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2661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F65478F-7D71-E891-B011-C41276C4257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22CBE5-6FE2-4547-A862-3BEA08DA7A8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7741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678EC3-5D4A-6C5C-FAE8-8C69A890697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946CBE-D60C-4807-854C-337B7005C9A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524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03114B5-E235-DC06-2015-35E06E181AC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E86FDC-FACF-4F87-B370-23739BCB5F7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2230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A94748-CED1-3FC0-7D0F-28B31A2DD2C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9C724-C371-406F-8B89-904DD4A29C4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5351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316E242-ADAE-580A-2769-2CED200CB93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9E7293-1283-4C43-9431-BE08ABE04F8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28365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C84CE1-837A-356F-35FD-4130B325C23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C9C0E8-1CD0-4F60-AE09-AFCF56B245A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4995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425450"/>
            <a:ext cx="2055813" cy="57896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425450"/>
            <a:ext cx="6019800" cy="57896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3C0A69-8355-8BEE-0AA2-32F3682E90A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5383F-6E54-40A2-AB2F-A6459CEC473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126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1">
            <a:extLst>
              <a:ext uri="{FF2B5EF4-FFF2-40B4-BE49-F238E27FC236}">
                <a16:creationId xmlns:a16="http://schemas.microsoft.com/office/drawing/2014/main" id="{DE28AE40-34A8-393D-C6A0-7B9DDADDE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DBA4CD1-DCF4-1A52-009C-82879DD6C58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320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>
                <a:solidFill>
                  <a:srgbClr val="000000"/>
                </a:solidFill>
                <a:latin typeface="Arial Black" panose="020B0A04020102020204" pitchFamily="34" charset="0"/>
                <a:cs typeface="Arial Unicode MS" charset="0"/>
              </a:defRPr>
            </a:lvl1pPr>
          </a:lstStyle>
          <a:p>
            <a:fld id="{5D99A705-CAFF-4471-B36C-7EFC7F90BA51}" type="slidenum">
              <a:rPr lang="pt-BR" altLang="pt-BR"/>
              <a:pPr/>
              <a:t>‹nº›</a:t>
            </a:fld>
            <a:endParaRPr lang="pt-BR" altLang="pt-BR"/>
          </a:p>
        </p:txBody>
      </p:sp>
      <p:grpSp>
        <p:nvGrpSpPr>
          <p:cNvPr id="1028" name="Group 3">
            <a:extLst>
              <a:ext uri="{FF2B5EF4-FFF2-40B4-BE49-F238E27FC236}">
                <a16:creationId xmlns:a16="http://schemas.microsoft.com/office/drawing/2014/main" id="{08DD5FAD-144E-4767-0D0E-17AACC7A8D0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2413" cy="544513"/>
            <a:chOff x="0" y="0"/>
            <a:chExt cx="5759" cy="343"/>
          </a:xfrm>
        </p:grpSpPr>
        <p:sp>
          <p:nvSpPr>
            <p:cNvPr id="1032" name="Rectangle 4">
              <a:extLst>
                <a:ext uri="{FF2B5EF4-FFF2-40B4-BE49-F238E27FC236}">
                  <a16:creationId xmlns:a16="http://schemas.microsoft.com/office/drawing/2014/main" id="{41A433E3-44F9-F208-B3FE-78BE5740F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pt-BR" altLang="pt-BR"/>
            </a:p>
          </p:txBody>
        </p:sp>
        <p:sp>
          <p:nvSpPr>
            <p:cNvPr id="1033" name="Rectangle 5">
              <a:extLst>
                <a:ext uri="{FF2B5EF4-FFF2-40B4-BE49-F238E27FC236}">
                  <a16:creationId xmlns:a16="http://schemas.microsoft.com/office/drawing/2014/main" id="{A600414B-3BFF-F14B-BE24-F34CAF4C1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007D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pt-BR" altLang="pt-BR"/>
            </a:p>
          </p:txBody>
        </p:sp>
        <p:sp>
          <p:nvSpPr>
            <p:cNvPr id="1034" name="Rectangle 6">
              <a:extLst>
                <a:ext uri="{FF2B5EF4-FFF2-40B4-BE49-F238E27FC236}">
                  <a16:creationId xmlns:a16="http://schemas.microsoft.com/office/drawing/2014/main" id="{918E50F2-B3A6-C5D8-0B31-1134A3D26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CCCC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pt-BR" altLang="pt-BR"/>
            </a:p>
          </p:txBody>
        </p:sp>
        <p:sp>
          <p:nvSpPr>
            <p:cNvPr id="1035" name="Rectangle 7">
              <a:extLst>
                <a:ext uri="{FF2B5EF4-FFF2-40B4-BE49-F238E27FC236}">
                  <a16:creationId xmlns:a16="http://schemas.microsoft.com/office/drawing/2014/main" id="{29F3E9EF-C53F-7087-1AD5-5E65EB1A9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CCCC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pt-BR" altLang="pt-BR"/>
            </a:p>
          </p:txBody>
        </p:sp>
        <p:sp>
          <p:nvSpPr>
            <p:cNvPr id="1036" name="Rectangle 8">
              <a:extLst>
                <a:ext uri="{FF2B5EF4-FFF2-40B4-BE49-F238E27FC236}">
                  <a16:creationId xmlns:a16="http://schemas.microsoft.com/office/drawing/2014/main" id="{25992F04-B568-2FDC-8380-2855489AB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99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pt-BR" altLang="pt-BR"/>
            </a:p>
          </p:txBody>
        </p:sp>
        <p:sp>
          <p:nvSpPr>
            <p:cNvPr id="1037" name="Rectangle 9">
              <a:extLst>
                <a:ext uri="{FF2B5EF4-FFF2-40B4-BE49-F238E27FC236}">
                  <a16:creationId xmlns:a16="http://schemas.microsoft.com/office/drawing/2014/main" id="{A3D88A3C-1A74-B550-CD6B-53F887514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CCCC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pt-BR" altLang="pt-BR"/>
            </a:p>
          </p:txBody>
        </p:sp>
        <p:sp>
          <p:nvSpPr>
            <p:cNvPr id="1038" name="Rectangle 10">
              <a:extLst>
                <a:ext uri="{FF2B5EF4-FFF2-40B4-BE49-F238E27FC236}">
                  <a16:creationId xmlns:a16="http://schemas.microsoft.com/office/drawing/2014/main" id="{37394BB1-10DF-ED8F-F3AC-CA6B648E4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0000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pt-BR" altLang="pt-BR"/>
            </a:p>
          </p:txBody>
        </p:sp>
        <p:sp>
          <p:nvSpPr>
            <p:cNvPr id="1039" name="Rectangle 11">
              <a:extLst>
                <a:ext uri="{FF2B5EF4-FFF2-40B4-BE49-F238E27FC236}">
                  <a16:creationId xmlns:a16="http://schemas.microsoft.com/office/drawing/2014/main" id="{5D70F9FB-7F90-E924-87C7-3320E21FE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99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pt-BR" altLang="pt-BR"/>
            </a:p>
          </p:txBody>
        </p:sp>
        <p:sp>
          <p:nvSpPr>
            <p:cNvPr id="1040" name="Rectangle 12">
              <a:extLst>
                <a:ext uri="{FF2B5EF4-FFF2-40B4-BE49-F238E27FC236}">
                  <a16:creationId xmlns:a16="http://schemas.microsoft.com/office/drawing/2014/main" id="{3AB982DB-C377-088F-235E-3A15C3A4C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99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pt-BR" altLang="pt-BR"/>
            </a:p>
          </p:txBody>
        </p:sp>
      </p:grpSp>
      <p:sp>
        <p:nvSpPr>
          <p:cNvPr id="1029" name="Rectangle 13">
            <a:extLst>
              <a:ext uri="{FF2B5EF4-FFF2-40B4-BE49-F238E27FC236}">
                <a16:creationId xmlns:a16="http://schemas.microsoft.com/office/drawing/2014/main" id="{08842F5C-F761-9229-FD2B-E206AF96B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25450"/>
            <a:ext cx="8228013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do título</a:t>
            </a:r>
          </a:p>
        </p:txBody>
      </p:sp>
      <p:sp>
        <p:nvSpPr>
          <p:cNvPr id="1030" name="Rectangle 14">
            <a:extLst>
              <a:ext uri="{FF2B5EF4-FFF2-40B4-BE49-F238E27FC236}">
                <a16:creationId xmlns:a16="http://schemas.microsoft.com/office/drawing/2014/main" id="{71757EA9-8A26-704D-1FC3-1A0E9FCEA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8013" cy="423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Clique para editar o formato do texto da estrutura de tópicos</a:t>
            </a:r>
          </a:p>
          <a:p>
            <a:pPr lvl="1"/>
            <a:r>
              <a:rPr lang="en-GB" altLang="pt-BR"/>
              <a:t>2º Nível da estrutura de tópicos</a:t>
            </a:r>
          </a:p>
          <a:p>
            <a:pPr lvl="2"/>
            <a:r>
              <a:rPr lang="en-GB" altLang="pt-BR"/>
              <a:t>3º Nível da estrutura de tópicos</a:t>
            </a:r>
          </a:p>
          <a:p>
            <a:pPr lvl="3"/>
            <a:r>
              <a:rPr lang="en-GB" altLang="pt-BR"/>
              <a:t>4º Nível da estrutura de tópicos</a:t>
            </a:r>
          </a:p>
          <a:p>
            <a:pPr lvl="4"/>
            <a:r>
              <a:rPr lang="en-GB" altLang="pt-BR"/>
              <a:t>5º Nível da estrutura de tópicos</a:t>
            </a:r>
          </a:p>
          <a:p>
            <a:pPr lvl="4"/>
            <a:r>
              <a:rPr lang="en-GB" altLang="pt-BR"/>
              <a:t>6º Nível da estrutura de tópicos</a:t>
            </a:r>
          </a:p>
          <a:p>
            <a:pPr lvl="4"/>
            <a:r>
              <a:rPr lang="en-GB" altLang="pt-BR"/>
              <a:t>7º Nível da estrutura de tópicos</a:t>
            </a:r>
          </a:p>
          <a:p>
            <a:pPr lvl="4"/>
            <a:r>
              <a:rPr lang="en-GB" altLang="pt-BR"/>
              <a:t>8º Nível da estrutura de tópicos</a:t>
            </a:r>
          </a:p>
          <a:p>
            <a:pPr lvl="4"/>
            <a:r>
              <a:rPr lang="en-GB" altLang="pt-BR"/>
              <a:t>9º Nível da estrutura de tópicos</a:t>
            </a:r>
          </a:p>
        </p:txBody>
      </p:sp>
      <p:sp>
        <p:nvSpPr>
          <p:cNvPr id="1031" name="Text Box 15">
            <a:extLst>
              <a:ext uri="{FF2B5EF4-FFF2-40B4-BE49-F238E27FC236}">
                <a16:creationId xmlns:a16="http://schemas.microsoft.com/office/drawing/2014/main" id="{CCA5D4F3-DDAA-DA80-04EF-7676BCD6A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S Gothic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S Gothic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S Gothic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charset="0"/>
          <a:ea typeface="MS Gothic" charset="-128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MS Gothic" charset="-128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MS Gothic" charset="-128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MS Gothic" charset="-128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MS Gothic" charset="-128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F8E8FEF-6CA9-A3A9-8DE4-40980ED03EC6}"/>
              </a:ext>
            </a:extLst>
          </p:cNvPr>
          <p:cNvSpPr txBox="1"/>
          <p:nvPr/>
        </p:nvSpPr>
        <p:spPr>
          <a:xfrm>
            <a:off x="539552" y="2121237"/>
            <a:ext cx="316835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tx1"/>
                </a:solidFill>
              </a:rPr>
              <a:t>1 – Abra a guia “PROJECTS”,</a:t>
            </a:r>
          </a:p>
          <a:p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dirty="0">
                <a:solidFill>
                  <a:schemeClr val="tx1"/>
                </a:solidFill>
              </a:rPr>
              <a:t>2 – Clique com o botão direito do mouse em “DEPENDENCIES”,</a:t>
            </a:r>
          </a:p>
          <a:p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dirty="0">
                <a:solidFill>
                  <a:schemeClr val="tx1"/>
                </a:solidFill>
              </a:rPr>
              <a:t>3 – Selecione “ADICIONAR DEPENDENCIA”,</a:t>
            </a:r>
          </a:p>
          <a:p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dirty="0">
                <a:solidFill>
                  <a:schemeClr val="tx1"/>
                </a:solidFill>
              </a:rPr>
              <a:t>4 – Digite  “</a:t>
            </a:r>
            <a:r>
              <a:rPr lang="pt-BR" sz="1600" dirty="0" err="1">
                <a:solidFill>
                  <a:schemeClr val="tx1"/>
                </a:solidFill>
              </a:rPr>
              <a:t>group</a:t>
            </a:r>
            <a:r>
              <a:rPr lang="pt-BR" sz="1600" dirty="0">
                <a:solidFill>
                  <a:schemeClr val="tx1"/>
                </a:solidFill>
              </a:rPr>
              <a:t> id”, “</a:t>
            </a:r>
            <a:r>
              <a:rPr lang="pt-BR" sz="1600" dirty="0" err="1">
                <a:solidFill>
                  <a:schemeClr val="tx1"/>
                </a:solidFill>
              </a:rPr>
              <a:t>artefact</a:t>
            </a:r>
            <a:r>
              <a:rPr lang="pt-BR" sz="1600" dirty="0">
                <a:solidFill>
                  <a:schemeClr val="tx1"/>
                </a:solidFill>
              </a:rPr>
              <a:t> id” e “</a:t>
            </a:r>
            <a:r>
              <a:rPr lang="pt-BR" sz="1600" dirty="0" err="1">
                <a:solidFill>
                  <a:schemeClr val="tx1"/>
                </a:solidFill>
              </a:rPr>
              <a:t>version</a:t>
            </a:r>
            <a:r>
              <a:rPr lang="pt-BR" sz="1600" dirty="0">
                <a:solidFill>
                  <a:schemeClr val="tx1"/>
                </a:solidFill>
              </a:rPr>
              <a:t>” conforme figura ao lado, depois clique em “ADICIONAR” (</a:t>
            </a:r>
            <a:r>
              <a:rPr lang="pt-BR" sz="1600" dirty="0" err="1">
                <a:solidFill>
                  <a:schemeClr val="tx1"/>
                </a:solidFill>
              </a:rPr>
              <a:t>add</a:t>
            </a:r>
            <a:r>
              <a:rPr lang="pt-BR" sz="1600" dirty="0">
                <a:solidFill>
                  <a:schemeClr val="tx1"/>
                </a:solidFill>
              </a:rPr>
              <a:t>):</a:t>
            </a:r>
          </a:p>
          <a:p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5960FE-22CB-C968-49A2-D6E53C2EA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1412776"/>
            <a:ext cx="5237239" cy="525529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48D062B-6BF5-0C80-D5AB-2E33B410953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48680"/>
            <a:ext cx="9144000" cy="614363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9pPr>
          </a:lstStyle>
          <a:p>
            <a:pPr algn="ctr" eaLnBrk="1" hangingPunct="1"/>
            <a:r>
              <a:rPr lang="pt-BR" altLang="pt-BR" sz="3600" kern="0" dirty="0">
                <a:latin typeface="Calibri" panose="020F0502020204030204" pitchFamily="34" charset="0"/>
              </a:rPr>
              <a:t>Adicionar o driver (.</a:t>
            </a:r>
            <a:r>
              <a:rPr lang="pt-BR" altLang="pt-BR" sz="3600" kern="0" dirty="0" err="1">
                <a:latin typeface="Calibri" panose="020F0502020204030204" pitchFamily="34" charset="0"/>
              </a:rPr>
              <a:t>jar</a:t>
            </a:r>
            <a:r>
              <a:rPr lang="pt-BR" altLang="pt-BR" sz="3600" kern="0" dirty="0">
                <a:latin typeface="Calibri" panose="020F0502020204030204" pitchFamily="34" charset="0"/>
              </a:rPr>
              <a:t>) no projeto – </a:t>
            </a:r>
            <a:r>
              <a:rPr lang="pt-BR" altLang="pt-BR" sz="3600" kern="0" dirty="0">
                <a:solidFill>
                  <a:srgbClr val="FF0000"/>
                </a:solidFill>
                <a:latin typeface="Calibri" panose="020F0502020204030204" pitchFamily="34" charset="0"/>
              </a:rPr>
              <a:t>parte 1</a:t>
            </a:r>
          </a:p>
        </p:txBody>
      </p:sp>
    </p:spTree>
    <p:extLst>
      <p:ext uri="{BB962C8B-B14F-4D97-AF65-F5344CB8AC3E}">
        <p14:creationId xmlns:p14="http://schemas.microsoft.com/office/powerpoint/2010/main" val="61170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3B720A8-48E0-673C-347E-F8A929FA976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48680"/>
            <a:ext cx="9144000" cy="614363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4400">
                <a:solidFill>
                  <a:srgbClr val="000000"/>
                </a:solidFill>
                <a:latin typeface="Arial" charset="0"/>
                <a:ea typeface="MS Gothic" charset="-128"/>
              </a:defRPr>
            </a:lvl9pPr>
          </a:lstStyle>
          <a:p>
            <a:pPr algn="ctr" eaLnBrk="1" hangingPunct="1"/>
            <a:r>
              <a:rPr lang="pt-BR" altLang="pt-BR" sz="3600" kern="0" dirty="0">
                <a:latin typeface="Calibri" panose="020F0502020204030204" pitchFamily="34" charset="0"/>
              </a:rPr>
              <a:t>Adicionar o driver (.</a:t>
            </a:r>
            <a:r>
              <a:rPr lang="pt-BR" altLang="pt-BR" sz="3600" kern="0" dirty="0" err="1">
                <a:latin typeface="Calibri" panose="020F0502020204030204" pitchFamily="34" charset="0"/>
              </a:rPr>
              <a:t>jar</a:t>
            </a:r>
            <a:r>
              <a:rPr lang="pt-BR" altLang="pt-BR" sz="3600" kern="0" dirty="0">
                <a:latin typeface="Calibri" panose="020F0502020204030204" pitchFamily="34" charset="0"/>
              </a:rPr>
              <a:t>) no projeto – </a:t>
            </a:r>
            <a:r>
              <a:rPr lang="pt-BR" altLang="pt-BR" sz="3600" kern="0" dirty="0">
                <a:solidFill>
                  <a:srgbClr val="FF0000"/>
                </a:solidFill>
                <a:latin typeface="Calibri" panose="020F0502020204030204" pitchFamily="34" charset="0"/>
              </a:rPr>
              <a:t>parte 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CF7E7C9-FB8C-87B8-572B-F090B9AA936B}"/>
              </a:ext>
            </a:extLst>
          </p:cNvPr>
          <p:cNvSpPr txBox="1"/>
          <p:nvPr/>
        </p:nvSpPr>
        <p:spPr>
          <a:xfrm>
            <a:off x="467544" y="1412776"/>
            <a:ext cx="835292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/>
                </a:solidFill>
              </a:rPr>
              <a:t>1</a:t>
            </a:r>
            <a:r>
              <a:rPr lang="pt-BR" sz="1600" dirty="0">
                <a:solidFill>
                  <a:schemeClr val="tx1"/>
                </a:solidFill>
              </a:rPr>
              <a:t> – Expandir “DEPENDENCIES”,</a:t>
            </a:r>
          </a:p>
          <a:p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2 </a:t>
            </a:r>
            <a:r>
              <a:rPr lang="pt-BR" sz="1600" dirty="0">
                <a:solidFill>
                  <a:schemeClr val="tx1"/>
                </a:solidFill>
              </a:rPr>
              <a:t>-  Clique com o botão direito do mouse no “ARTEFATO” (recém criado no passo anterior – parte 1),</a:t>
            </a:r>
          </a:p>
          <a:p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3</a:t>
            </a:r>
            <a:r>
              <a:rPr lang="pt-BR" sz="1600" dirty="0">
                <a:solidFill>
                  <a:schemeClr val="tx1"/>
                </a:solidFill>
              </a:rPr>
              <a:t> – Selecione “INSTALAR MANUALMENTE O ARTEFATO”, abrirá a janela abaixo:</a:t>
            </a:r>
          </a:p>
          <a:p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4</a:t>
            </a:r>
            <a:r>
              <a:rPr lang="pt-BR" sz="1600" dirty="0">
                <a:solidFill>
                  <a:schemeClr val="tx1"/>
                </a:solidFill>
              </a:rPr>
              <a:t> – Através do botão “BROWSE” encontre a pasta do projeto em que está copiado o driver e selecione-o,</a:t>
            </a:r>
          </a:p>
          <a:p>
            <a:endParaRPr lang="pt-BR" sz="1600" dirty="0">
              <a:solidFill>
                <a:schemeClr val="tx1"/>
              </a:solidFill>
            </a:endParaRPr>
          </a:p>
          <a:p>
            <a:r>
              <a:rPr lang="pt-BR" sz="1600" b="1" dirty="0">
                <a:solidFill>
                  <a:schemeClr val="tx1"/>
                </a:solidFill>
              </a:rPr>
              <a:t>5</a:t>
            </a:r>
            <a:r>
              <a:rPr lang="pt-BR" sz="1600" dirty="0">
                <a:solidFill>
                  <a:schemeClr val="tx1"/>
                </a:solidFill>
              </a:rPr>
              <a:t> – Clique em “</a:t>
            </a:r>
            <a:r>
              <a:rPr lang="pt-BR" sz="1400" dirty="0">
                <a:solidFill>
                  <a:schemeClr val="tx1"/>
                </a:solidFill>
              </a:rPr>
              <a:t>INSTALAR LOCALMENTE”.</a:t>
            </a:r>
          </a:p>
          <a:p>
            <a:endParaRPr lang="pt-BR" sz="1600" dirty="0">
              <a:solidFill>
                <a:schemeClr val="tx1"/>
              </a:solidFill>
            </a:endParaRPr>
          </a:p>
          <a:p>
            <a:endParaRPr lang="pt-BR" altLang="pt-BR" sz="1600" dirty="0">
              <a:solidFill>
                <a:schemeClr val="tx1"/>
              </a:solidFill>
            </a:endParaRPr>
          </a:p>
          <a:p>
            <a:endParaRPr lang="pt-BR" altLang="pt-BR" sz="1600" dirty="0">
              <a:solidFill>
                <a:schemeClr val="tx1"/>
              </a:solidFill>
            </a:endParaRPr>
          </a:p>
          <a:p>
            <a:r>
              <a:rPr lang="pt-BR" altLang="pt-BR" sz="1600" dirty="0">
                <a:solidFill>
                  <a:schemeClr val="tx1"/>
                </a:solidFill>
              </a:rPr>
              <a:t>Pronto driver de conexão instalado!!</a:t>
            </a: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383315-2F01-5D21-BE84-92BCCE8E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3645024"/>
            <a:ext cx="4658351" cy="255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75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Arial"/>
        <a:ea typeface="MS Gothic"/>
        <a:cs typeface=""/>
      </a:majorFont>
      <a:minorFont>
        <a:latin typeface="Arial"/>
        <a:ea typeface="MS Gothic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S Gothic" charset="-128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2059</TotalTime>
  <Words>158</Words>
  <Application>Microsoft Office PowerPoint</Application>
  <PresentationFormat>Apresentação na tela (4:3)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Arial Unicode MS</vt:lpstr>
      <vt:lpstr>MS Gothic</vt:lpstr>
      <vt:lpstr>Arial</vt:lpstr>
      <vt:lpstr>Arial Black</vt:lpstr>
      <vt:lpstr>Calibri</vt:lpstr>
      <vt:lpstr>Times New Roman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Informática com ênfase em Programação</dc:title>
  <dc:creator>Della Croce</dc:creator>
  <cp:lastModifiedBy>dti</cp:lastModifiedBy>
  <cp:revision>240</cp:revision>
  <cp:lastPrinted>1601-01-01T00:00:00Z</cp:lastPrinted>
  <dcterms:created xsi:type="dcterms:W3CDTF">2008-05-07T20:50:20Z</dcterms:created>
  <dcterms:modified xsi:type="dcterms:W3CDTF">2023-10-05T18:21:54Z</dcterms:modified>
</cp:coreProperties>
</file>